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14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5F6D-6B18-BFA8-D626-05F3F21C4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4769A-C92E-F589-B208-079A50FF4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5FABB-2F24-D7FA-25FC-07BDF828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83F5-B1BD-64A5-E297-076494E0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85C2-4B6A-1714-DE0D-3C0EF1E71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3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725E-32BB-D7C9-AD24-BBC66A78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2F3C9-A113-0251-69DD-C9B29D3C3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0CE7-8D37-8D43-5C36-3B98EE50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F18B-C07F-110C-0F26-0B35C5D2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4094-BE31-87AA-6641-47792F0E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0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998F-E507-4309-A5A9-E081B4F9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F79F2-D3B1-6CF7-A572-5BF778444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98960-2C83-0507-75A0-E98FADED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FE6CD-AE4C-31B5-3707-039568EF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AE5C1-9C40-BDDA-0C6F-166B2AC8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0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6828-AE07-F6C1-67F6-EFFB98E2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4C0B9-36DE-6DCB-50A8-F5C4478CB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0E20F-6CCE-B330-9305-5F6088B6E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724EF-FECC-8633-4FED-E5FB8BA6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B1543-10A1-1EC9-9DA7-4DEB0D83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AB797-3D85-A974-7987-9DBB6CCD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4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4E7D-7066-2562-8A11-4D5A14ED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585F9-18EB-5D90-4058-78827967C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56262-2A19-F5C8-CF69-F434C2CF6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90041-FA2A-81AF-A886-D1AA14F01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FAB43-A0F2-D270-D023-AD039068C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441BB-2613-95C7-3C25-6F6F213D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B1C47-BEB0-2B7C-1414-53B50DAC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4EA0F7-C824-E412-6F2D-FFA65D2B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4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1347-449A-AF33-C393-358E7248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783D0-9F4C-EA0A-D686-30B68AA5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A30C5-AAC7-0657-A33B-3318AC8B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9B425-FC8C-C2EE-80EF-C0D7AAC6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0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B0D47-24E5-FDE2-6958-923BC6082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BDD25-80D2-B8B0-8796-61269EB8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DD89C-F6D4-9FA9-4C4D-705BDE95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1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116B-357C-8BB5-C89F-83403C99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F9D0E-E615-D32D-FAD2-CE1AA266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1790E-1A45-0CFB-BEFA-8A395000B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9192E-CE81-3CEE-94EB-AF5FBAAA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64EF0-9295-E47D-CF02-EEE338B4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0C18E-6DF0-BB0D-1FF8-222AD6A2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3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B96A-661A-6527-37EE-96C90BED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1D34F-7E48-D251-0AD5-D359616B5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03FD3-ABAB-C16F-F74B-65F624A3A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05887-D026-4E1F-274E-5349D555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19D88-4F1A-0E4A-1716-3D0AC9BF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381E7-F01D-AABD-01AC-3AC5C456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4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D0D4-0281-9A35-79A6-DE354AAC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82682-1753-A1A5-3186-E9C253C83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54BA3-E4D4-D6C1-01AC-2793AA46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AF88-9538-88B0-6F40-B985812C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86E46-D0A2-887F-C19C-DF57A961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7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0DBE5-3757-64A4-FDFD-89431B363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126DD-A615-0F9A-49CA-04B679373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FC577-3E68-12A9-AF4D-B9A840E4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A4E1-0C98-6FE3-4913-FE9E550E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EA553-1FF8-314B-47AA-6D22E5FC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9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26F6E-3427-3DB5-9EFA-65D623DD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44C2F-BDFB-8C17-4E4C-E87C5ADDC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DA34-A26B-000A-E4D0-812704C15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EB772-1952-42FC-8D7E-F5B0C4D4C40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A78E4-04E6-91B9-C1EE-EFD8336D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03967-B90C-A418-1967-D058F259A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01877-D644-45F9-BCB3-9846D86F7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7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09DB0D-3966-AD02-D06B-2209B6715191}"/>
              </a:ext>
            </a:extLst>
          </p:cNvPr>
          <p:cNvGrpSpPr/>
          <p:nvPr/>
        </p:nvGrpSpPr>
        <p:grpSpPr>
          <a:xfrm>
            <a:off x="1127235" y="725214"/>
            <a:ext cx="5328746" cy="3704898"/>
            <a:chOff x="2648608" y="1150883"/>
            <a:chExt cx="5328746" cy="3704898"/>
          </a:xfrm>
        </p:grpSpPr>
        <p:pic>
          <p:nvPicPr>
            <p:cNvPr id="3" name="Picture 2" descr="A diagram of a normalized delay&#10;&#10;Description automatically generated">
              <a:extLst>
                <a:ext uri="{FF2B5EF4-FFF2-40B4-BE49-F238E27FC236}">
                  <a16:creationId xmlns:a16="http://schemas.microsoft.com/office/drawing/2014/main" id="{88E37926-3700-ABF2-ADD7-2DE53A4666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84" t="5234" r="4214" b="13901"/>
            <a:stretch/>
          </p:blipFill>
          <p:spPr>
            <a:xfrm>
              <a:off x="2648608" y="1150883"/>
              <a:ext cx="5328746" cy="370489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A8AB61-7083-C9F1-0405-91E0BC7A7E5D}"/>
                </a:ext>
              </a:extLst>
            </p:cNvPr>
            <p:cNvSpPr txBox="1"/>
            <p:nvPr/>
          </p:nvSpPr>
          <p:spPr>
            <a:xfrm>
              <a:off x="3271344" y="1954923"/>
              <a:ext cx="12139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/>
                <a:t>Sidelobes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4E9DA1-2E1A-FCDA-577A-0384A8662CF8}"/>
                </a:ext>
              </a:extLst>
            </p:cNvPr>
            <p:cNvSpPr txBox="1"/>
            <p:nvPr/>
          </p:nvSpPr>
          <p:spPr>
            <a:xfrm>
              <a:off x="5504793" y="1397875"/>
              <a:ext cx="12139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/>
                <a:t>Mainlobe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58F6AB-13E9-453A-E536-A7A361B6F093}"/>
                </a:ext>
              </a:extLst>
            </p:cNvPr>
            <p:cNvSpPr/>
            <p:nvPr/>
          </p:nvSpPr>
          <p:spPr>
            <a:xfrm>
              <a:off x="2656490" y="1150883"/>
              <a:ext cx="5305096" cy="3657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029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5EE2EFE-DD4B-C6D1-DB95-26898AFDE452}"/>
              </a:ext>
            </a:extLst>
          </p:cNvPr>
          <p:cNvGrpSpPr/>
          <p:nvPr/>
        </p:nvGrpSpPr>
        <p:grpSpPr>
          <a:xfrm>
            <a:off x="6906083" y="1648809"/>
            <a:ext cx="4296104" cy="3294994"/>
            <a:chOff x="3804743" y="772509"/>
            <a:chExt cx="4296104" cy="3294994"/>
          </a:xfrm>
        </p:grpSpPr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005C3A14-7025-32BF-07B6-C7E4746FBDEB}"/>
                </a:ext>
              </a:extLst>
            </p:cNvPr>
            <p:cNvSpPr/>
            <p:nvPr/>
          </p:nvSpPr>
          <p:spPr>
            <a:xfrm rot="16200000">
              <a:off x="4557550" y="2529052"/>
              <a:ext cx="27904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Delay 10">
              <a:extLst>
                <a:ext uri="{FF2B5EF4-FFF2-40B4-BE49-F238E27FC236}">
                  <a16:creationId xmlns:a16="http://schemas.microsoft.com/office/drawing/2014/main" id="{7444BFC1-1E1B-B3FE-A931-D27F4C823245}"/>
                </a:ext>
              </a:extLst>
            </p:cNvPr>
            <p:cNvSpPr/>
            <p:nvPr/>
          </p:nvSpPr>
          <p:spPr>
            <a:xfrm rot="16200000">
              <a:off x="5506107" y="3191202"/>
              <a:ext cx="1466193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Delay 11">
              <a:extLst>
                <a:ext uri="{FF2B5EF4-FFF2-40B4-BE49-F238E27FC236}">
                  <a16:creationId xmlns:a16="http://schemas.microsoft.com/office/drawing/2014/main" id="{5D0D2745-4B13-14FE-FCBF-B5E9193F8E3C}"/>
                </a:ext>
              </a:extLst>
            </p:cNvPr>
            <p:cNvSpPr/>
            <p:nvPr/>
          </p:nvSpPr>
          <p:spPr>
            <a:xfrm rot="16200000">
              <a:off x="6028998" y="3427684"/>
              <a:ext cx="993226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Delay 12">
              <a:extLst>
                <a:ext uri="{FF2B5EF4-FFF2-40B4-BE49-F238E27FC236}">
                  <a16:creationId xmlns:a16="http://schemas.microsoft.com/office/drawing/2014/main" id="{910AFD83-1C94-8296-137B-39793FCE36E4}"/>
                </a:ext>
              </a:extLst>
            </p:cNvPr>
            <p:cNvSpPr/>
            <p:nvPr/>
          </p:nvSpPr>
          <p:spPr>
            <a:xfrm rot="16200000">
              <a:off x="6410000" y="3522276"/>
              <a:ext cx="804037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elay 13">
              <a:extLst>
                <a:ext uri="{FF2B5EF4-FFF2-40B4-BE49-F238E27FC236}">
                  <a16:creationId xmlns:a16="http://schemas.microsoft.com/office/drawing/2014/main" id="{3B954BD5-3456-B8ED-3739-47EC9DBA6512}"/>
                </a:ext>
              </a:extLst>
            </p:cNvPr>
            <p:cNvSpPr/>
            <p:nvPr/>
          </p:nvSpPr>
          <p:spPr>
            <a:xfrm rot="16200000">
              <a:off x="6779176" y="3605044"/>
              <a:ext cx="63849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Delay 14">
              <a:extLst>
                <a:ext uri="{FF2B5EF4-FFF2-40B4-BE49-F238E27FC236}">
                  <a16:creationId xmlns:a16="http://schemas.microsoft.com/office/drawing/2014/main" id="{7C8454F4-7AD8-5011-4937-D8C78DD54A66}"/>
                </a:ext>
              </a:extLst>
            </p:cNvPr>
            <p:cNvSpPr/>
            <p:nvPr/>
          </p:nvSpPr>
          <p:spPr>
            <a:xfrm rot="16200000">
              <a:off x="7104996" y="3644458"/>
              <a:ext cx="559670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Delay 15">
              <a:extLst>
                <a:ext uri="{FF2B5EF4-FFF2-40B4-BE49-F238E27FC236}">
                  <a16:creationId xmlns:a16="http://schemas.microsoft.com/office/drawing/2014/main" id="{9CE441E0-07FB-AAEC-354C-F8D24F2B340B}"/>
                </a:ext>
              </a:extLst>
            </p:cNvPr>
            <p:cNvSpPr/>
            <p:nvPr/>
          </p:nvSpPr>
          <p:spPr>
            <a:xfrm rot="16200000">
              <a:off x="7442639" y="3695696"/>
              <a:ext cx="4571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Delay 16">
              <a:extLst>
                <a:ext uri="{FF2B5EF4-FFF2-40B4-BE49-F238E27FC236}">
                  <a16:creationId xmlns:a16="http://schemas.microsoft.com/office/drawing/2014/main" id="{0F57C166-9016-4CE2-D1EF-9B0A29E6BA66}"/>
                </a:ext>
              </a:extLst>
            </p:cNvPr>
            <p:cNvSpPr/>
            <p:nvPr/>
          </p:nvSpPr>
          <p:spPr>
            <a:xfrm rot="5400000" flipH="1">
              <a:off x="4933294" y="3191201"/>
              <a:ext cx="1466193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Delay 17">
              <a:extLst>
                <a:ext uri="{FF2B5EF4-FFF2-40B4-BE49-F238E27FC236}">
                  <a16:creationId xmlns:a16="http://schemas.microsoft.com/office/drawing/2014/main" id="{6B87441F-32B6-9BBB-62A8-B0930A32AE01}"/>
                </a:ext>
              </a:extLst>
            </p:cNvPr>
            <p:cNvSpPr/>
            <p:nvPr/>
          </p:nvSpPr>
          <p:spPr>
            <a:xfrm rot="5400000" flipH="1">
              <a:off x="4883370" y="3427683"/>
              <a:ext cx="993226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Delay 18">
              <a:extLst>
                <a:ext uri="{FF2B5EF4-FFF2-40B4-BE49-F238E27FC236}">
                  <a16:creationId xmlns:a16="http://schemas.microsoft.com/office/drawing/2014/main" id="{B07AE5CE-922C-D878-67A5-AAA6D263033F}"/>
                </a:ext>
              </a:extLst>
            </p:cNvPr>
            <p:cNvSpPr/>
            <p:nvPr/>
          </p:nvSpPr>
          <p:spPr>
            <a:xfrm rot="5400000" flipH="1">
              <a:off x="4691557" y="3522275"/>
              <a:ext cx="804037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Delay 19">
              <a:extLst>
                <a:ext uri="{FF2B5EF4-FFF2-40B4-BE49-F238E27FC236}">
                  <a16:creationId xmlns:a16="http://schemas.microsoft.com/office/drawing/2014/main" id="{D36640E4-0B46-7D9C-79A0-BFEC34AA74D6}"/>
                </a:ext>
              </a:extLst>
            </p:cNvPr>
            <p:cNvSpPr/>
            <p:nvPr/>
          </p:nvSpPr>
          <p:spPr>
            <a:xfrm rot="5400000" flipH="1">
              <a:off x="4487920" y="3605043"/>
              <a:ext cx="63849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Delay 20">
              <a:extLst>
                <a:ext uri="{FF2B5EF4-FFF2-40B4-BE49-F238E27FC236}">
                  <a16:creationId xmlns:a16="http://schemas.microsoft.com/office/drawing/2014/main" id="{B9A43AF7-B6CA-FE96-5556-611007551073}"/>
                </a:ext>
              </a:extLst>
            </p:cNvPr>
            <p:cNvSpPr/>
            <p:nvPr/>
          </p:nvSpPr>
          <p:spPr>
            <a:xfrm rot="5400000" flipH="1">
              <a:off x="4240928" y="3644457"/>
              <a:ext cx="559670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lowchart: Delay 21">
              <a:extLst>
                <a:ext uri="{FF2B5EF4-FFF2-40B4-BE49-F238E27FC236}">
                  <a16:creationId xmlns:a16="http://schemas.microsoft.com/office/drawing/2014/main" id="{4D6D5D0A-E77F-11EC-E8C4-A347ED2F161A}"/>
                </a:ext>
              </a:extLst>
            </p:cNvPr>
            <p:cNvSpPr/>
            <p:nvPr/>
          </p:nvSpPr>
          <p:spPr>
            <a:xfrm rot="5400000" flipH="1">
              <a:off x="4005760" y="3695695"/>
              <a:ext cx="4571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43FE5C-089F-C259-B497-4E574A8AECC2}"/>
                </a:ext>
              </a:extLst>
            </p:cNvPr>
            <p:cNvSpPr txBox="1"/>
            <p:nvPr/>
          </p:nvSpPr>
          <p:spPr>
            <a:xfrm>
              <a:off x="6423131" y="1228634"/>
              <a:ext cx="12139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/>
                <a:t>Mainlobe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22EF9C-B980-462B-AD28-B3946C57F6FA}"/>
                </a:ext>
              </a:extLst>
            </p:cNvPr>
            <p:cNvSpPr txBox="1"/>
            <p:nvPr/>
          </p:nvSpPr>
          <p:spPr>
            <a:xfrm>
              <a:off x="4200194" y="1644508"/>
              <a:ext cx="12139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/>
                <a:t>Sidelobes</a:t>
              </a:r>
            </a:p>
          </p:txBody>
        </p:sp>
        <p:sp>
          <p:nvSpPr>
            <p:cNvPr id="27" name="Flowchart: Delay 26">
              <a:extLst>
                <a:ext uri="{FF2B5EF4-FFF2-40B4-BE49-F238E27FC236}">
                  <a16:creationId xmlns:a16="http://schemas.microsoft.com/office/drawing/2014/main" id="{946C9115-C3FC-7B5C-D9C2-F69808C636EA}"/>
                </a:ext>
              </a:extLst>
            </p:cNvPr>
            <p:cNvSpPr/>
            <p:nvPr/>
          </p:nvSpPr>
          <p:spPr>
            <a:xfrm rot="5400000" flipH="1">
              <a:off x="3782413" y="3758757"/>
              <a:ext cx="33106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Delay 27">
              <a:extLst>
                <a:ext uri="{FF2B5EF4-FFF2-40B4-BE49-F238E27FC236}">
                  <a16:creationId xmlns:a16="http://schemas.microsoft.com/office/drawing/2014/main" id="{423B3E56-46CD-D382-610F-71C15124D046}"/>
                </a:ext>
              </a:extLst>
            </p:cNvPr>
            <p:cNvSpPr/>
            <p:nvPr/>
          </p:nvSpPr>
          <p:spPr>
            <a:xfrm rot="5400000" flipH="1">
              <a:off x="7792109" y="3758755"/>
              <a:ext cx="33106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78BA79-CD02-AA20-9C76-D1693A1EB7DD}"/>
                </a:ext>
              </a:extLst>
            </p:cNvPr>
            <p:cNvSpPr/>
            <p:nvPr/>
          </p:nvSpPr>
          <p:spPr>
            <a:xfrm>
              <a:off x="3804743" y="772509"/>
              <a:ext cx="4296104" cy="32949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Left Brace 28">
              <a:extLst>
                <a:ext uri="{FF2B5EF4-FFF2-40B4-BE49-F238E27FC236}">
                  <a16:creationId xmlns:a16="http://schemas.microsoft.com/office/drawing/2014/main" id="{5D65CED7-99C5-EA71-CE26-F8120D147D86}"/>
                </a:ext>
              </a:extLst>
            </p:cNvPr>
            <p:cNvSpPr/>
            <p:nvPr/>
          </p:nvSpPr>
          <p:spPr>
            <a:xfrm rot="5400000">
              <a:off x="4681045" y="1276344"/>
              <a:ext cx="252244" cy="1861647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C8989B0-0577-1D02-6DEE-495461FB27D0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6205044" y="1628744"/>
              <a:ext cx="825060" cy="2601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F4AB8D1-AD92-701B-32E8-1D6F8D35F107}"/>
                </a:ext>
              </a:extLst>
            </p:cNvPr>
            <p:cNvCxnSpPr>
              <a:cxnSpLocks/>
            </p:cNvCxnSpPr>
            <p:nvPr/>
          </p:nvCxnSpPr>
          <p:spPr>
            <a:xfrm>
              <a:off x="5737991" y="2328861"/>
              <a:ext cx="1558" cy="2552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5F67A65-AB85-D545-4FEE-E07B56B8555B}"/>
                </a:ext>
              </a:extLst>
            </p:cNvPr>
            <p:cNvCxnSpPr>
              <a:cxnSpLocks/>
            </p:cNvCxnSpPr>
            <p:nvPr/>
          </p:nvCxnSpPr>
          <p:spPr>
            <a:xfrm>
              <a:off x="3876343" y="2328861"/>
              <a:ext cx="1558" cy="2552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243ED20-FB1D-A4F5-EBD0-E0B594D1682F}"/>
              </a:ext>
            </a:extLst>
          </p:cNvPr>
          <p:cNvGrpSpPr/>
          <p:nvPr/>
        </p:nvGrpSpPr>
        <p:grpSpPr>
          <a:xfrm>
            <a:off x="1409308" y="1648799"/>
            <a:ext cx="4296104" cy="3294994"/>
            <a:chOff x="1375673" y="1684010"/>
            <a:chExt cx="4296104" cy="3294994"/>
          </a:xfrm>
        </p:grpSpPr>
        <p:sp>
          <p:nvSpPr>
            <p:cNvPr id="41" name="Flowchart: Delay 40">
              <a:extLst>
                <a:ext uri="{FF2B5EF4-FFF2-40B4-BE49-F238E27FC236}">
                  <a16:creationId xmlns:a16="http://schemas.microsoft.com/office/drawing/2014/main" id="{39293921-8249-A90B-FFC8-578221AD4F56}"/>
                </a:ext>
              </a:extLst>
            </p:cNvPr>
            <p:cNvSpPr/>
            <p:nvPr/>
          </p:nvSpPr>
          <p:spPr>
            <a:xfrm rot="16200000">
              <a:off x="2128480" y="3440553"/>
              <a:ext cx="27904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Delay 41">
              <a:extLst>
                <a:ext uri="{FF2B5EF4-FFF2-40B4-BE49-F238E27FC236}">
                  <a16:creationId xmlns:a16="http://schemas.microsoft.com/office/drawing/2014/main" id="{41824518-336D-A9F7-BB30-2BAD35CE1DDE}"/>
                </a:ext>
              </a:extLst>
            </p:cNvPr>
            <p:cNvSpPr/>
            <p:nvPr/>
          </p:nvSpPr>
          <p:spPr>
            <a:xfrm rot="16200000">
              <a:off x="3077037" y="4102703"/>
              <a:ext cx="1466193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Delay 42">
              <a:extLst>
                <a:ext uri="{FF2B5EF4-FFF2-40B4-BE49-F238E27FC236}">
                  <a16:creationId xmlns:a16="http://schemas.microsoft.com/office/drawing/2014/main" id="{BDD0AC1B-998A-B4CF-D151-907B952ECC3E}"/>
                </a:ext>
              </a:extLst>
            </p:cNvPr>
            <p:cNvSpPr/>
            <p:nvPr/>
          </p:nvSpPr>
          <p:spPr>
            <a:xfrm rot="16200000">
              <a:off x="3599928" y="4339185"/>
              <a:ext cx="993226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lowchart: Delay 43">
              <a:extLst>
                <a:ext uri="{FF2B5EF4-FFF2-40B4-BE49-F238E27FC236}">
                  <a16:creationId xmlns:a16="http://schemas.microsoft.com/office/drawing/2014/main" id="{E5A2503D-1905-5627-C462-2CBF9AA7AD7A}"/>
                </a:ext>
              </a:extLst>
            </p:cNvPr>
            <p:cNvSpPr/>
            <p:nvPr/>
          </p:nvSpPr>
          <p:spPr>
            <a:xfrm rot="16200000">
              <a:off x="3980930" y="4433777"/>
              <a:ext cx="804037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Delay 44">
              <a:extLst>
                <a:ext uri="{FF2B5EF4-FFF2-40B4-BE49-F238E27FC236}">
                  <a16:creationId xmlns:a16="http://schemas.microsoft.com/office/drawing/2014/main" id="{8A9C26B7-6138-33B2-CD22-AF974C256D72}"/>
                </a:ext>
              </a:extLst>
            </p:cNvPr>
            <p:cNvSpPr/>
            <p:nvPr/>
          </p:nvSpPr>
          <p:spPr>
            <a:xfrm rot="16200000">
              <a:off x="4350106" y="4516545"/>
              <a:ext cx="63849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Delay 45">
              <a:extLst>
                <a:ext uri="{FF2B5EF4-FFF2-40B4-BE49-F238E27FC236}">
                  <a16:creationId xmlns:a16="http://schemas.microsoft.com/office/drawing/2014/main" id="{05F6E378-960A-7721-6139-40E159C3987A}"/>
                </a:ext>
              </a:extLst>
            </p:cNvPr>
            <p:cNvSpPr/>
            <p:nvPr/>
          </p:nvSpPr>
          <p:spPr>
            <a:xfrm rot="16200000">
              <a:off x="4675926" y="4555959"/>
              <a:ext cx="559670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lowchart: Delay 46">
              <a:extLst>
                <a:ext uri="{FF2B5EF4-FFF2-40B4-BE49-F238E27FC236}">
                  <a16:creationId xmlns:a16="http://schemas.microsoft.com/office/drawing/2014/main" id="{661D4D37-35DB-AFB3-2876-C8CCDF18623E}"/>
                </a:ext>
              </a:extLst>
            </p:cNvPr>
            <p:cNvSpPr/>
            <p:nvPr/>
          </p:nvSpPr>
          <p:spPr>
            <a:xfrm rot="16200000">
              <a:off x="5013569" y="4607197"/>
              <a:ext cx="4571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lowchart: Delay 47">
              <a:extLst>
                <a:ext uri="{FF2B5EF4-FFF2-40B4-BE49-F238E27FC236}">
                  <a16:creationId xmlns:a16="http://schemas.microsoft.com/office/drawing/2014/main" id="{6763E840-2DDC-8E8A-592B-EBE172526495}"/>
                </a:ext>
              </a:extLst>
            </p:cNvPr>
            <p:cNvSpPr/>
            <p:nvPr/>
          </p:nvSpPr>
          <p:spPr>
            <a:xfrm rot="5400000" flipH="1">
              <a:off x="2504224" y="4102702"/>
              <a:ext cx="1466193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lowchart: Delay 48">
              <a:extLst>
                <a:ext uri="{FF2B5EF4-FFF2-40B4-BE49-F238E27FC236}">
                  <a16:creationId xmlns:a16="http://schemas.microsoft.com/office/drawing/2014/main" id="{B7C1152A-4FB1-62D4-54B0-9153D473496A}"/>
                </a:ext>
              </a:extLst>
            </p:cNvPr>
            <p:cNvSpPr/>
            <p:nvPr/>
          </p:nvSpPr>
          <p:spPr>
            <a:xfrm rot="5400000" flipH="1">
              <a:off x="2454300" y="4339184"/>
              <a:ext cx="993226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lowchart: Delay 49">
              <a:extLst>
                <a:ext uri="{FF2B5EF4-FFF2-40B4-BE49-F238E27FC236}">
                  <a16:creationId xmlns:a16="http://schemas.microsoft.com/office/drawing/2014/main" id="{01EA9008-AAA1-C88E-DE11-B87D1237AE13}"/>
                </a:ext>
              </a:extLst>
            </p:cNvPr>
            <p:cNvSpPr/>
            <p:nvPr/>
          </p:nvSpPr>
          <p:spPr>
            <a:xfrm rot="5400000" flipH="1">
              <a:off x="2262487" y="4433776"/>
              <a:ext cx="804037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Delay 50">
              <a:extLst>
                <a:ext uri="{FF2B5EF4-FFF2-40B4-BE49-F238E27FC236}">
                  <a16:creationId xmlns:a16="http://schemas.microsoft.com/office/drawing/2014/main" id="{220BE3D3-87FB-A228-624A-F12F8EE90A43}"/>
                </a:ext>
              </a:extLst>
            </p:cNvPr>
            <p:cNvSpPr/>
            <p:nvPr/>
          </p:nvSpPr>
          <p:spPr>
            <a:xfrm rot="5400000" flipH="1">
              <a:off x="2058850" y="4516544"/>
              <a:ext cx="63849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lowchart: Delay 51">
              <a:extLst>
                <a:ext uri="{FF2B5EF4-FFF2-40B4-BE49-F238E27FC236}">
                  <a16:creationId xmlns:a16="http://schemas.microsoft.com/office/drawing/2014/main" id="{87EBBEAF-436D-6521-7093-844595A44D01}"/>
                </a:ext>
              </a:extLst>
            </p:cNvPr>
            <p:cNvSpPr/>
            <p:nvPr/>
          </p:nvSpPr>
          <p:spPr>
            <a:xfrm rot="5400000" flipH="1">
              <a:off x="1811858" y="4555958"/>
              <a:ext cx="559670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Delay 52">
              <a:extLst>
                <a:ext uri="{FF2B5EF4-FFF2-40B4-BE49-F238E27FC236}">
                  <a16:creationId xmlns:a16="http://schemas.microsoft.com/office/drawing/2014/main" id="{07DC36E5-8442-DBE8-A8D8-F216326B5A8C}"/>
                </a:ext>
              </a:extLst>
            </p:cNvPr>
            <p:cNvSpPr/>
            <p:nvPr/>
          </p:nvSpPr>
          <p:spPr>
            <a:xfrm rot="5400000" flipH="1">
              <a:off x="1576690" y="4607196"/>
              <a:ext cx="457195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EEB8719-D4D7-E06E-4A4F-B6330100FECF}"/>
                </a:ext>
              </a:extLst>
            </p:cNvPr>
            <p:cNvSpPr txBox="1"/>
            <p:nvPr/>
          </p:nvSpPr>
          <p:spPr>
            <a:xfrm>
              <a:off x="3994061" y="2140135"/>
              <a:ext cx="12139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/>
                <a:t>Target</a:t>
              </a:r>
            </a:p>
          </p:txBody>
        </p:sp>
        <p:sp>
          <p:nvSpPr>
            <p:cNvPr id="56" name="Flowchart: Delay 55">
              <a:extLst>
                <a:ext uri="{FF2B5EF4-FFF2-40B4-BE49-F238E27FC236}">
                  <a16:creationId xmlns:a16="http://schemas.microsoft.com/office/drawing/2014/main" id="{863495E9-0371-92E5-543C-5B19291335D1}"/>
                </a:ext>
              </a:extLst>
            </p:cNvPr>
            <p:cNvSpPr/>
            <p:nvPr/>
          </p:nvSpPr>
          <p:spPr>
            <a:xfrm rot="5400000" flipH="1">
              <a:off x="1353343" y="4670258"/>
              <a:ext cx="33106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Delay 56">
              <a:extLst>
                <a:ext uri="{FF2B5EF4-FFF2-40B4-BE49-F238E27FC236}">
                  <a16:creationId xmlns:a16="http://schemas.microsoft.com/office/drawing/2014/main" id="{01BBBE7A-36C2-E9FD-B524-667E9657331C}"/>
                </a:ext>
              </a:extLst>
            </p:cNvPr>
            <p:cNvSpPr/>
            <p:nvPr/>
          </p:nvSpPr>
          <p:spPr>
            <a:xfrm rot="5400000" flipH="1">
              <a:off x="5363039" y="4670256"/>
              <a:ext cx="331068" cy="286407"/>
            </a:xfrm>
            <a:prstGeom prst="flowChartDelay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E8785C5-C949-FE4A-8830-9FEE9D6D59B3}"/>
                </a:ext>
              </a:extLst>
            </p:cNvPr>
            <p:cNvCxnSpPr>
              <a:cxnSpLocks/>
              <a:stCxn id="54" idx="2"/>
            </p:cNvCxnSpPr>
            <p:nvPr/>
          </p:nvCxnSpPr>
          <p:spPr>
            <a:xfrm flipH="1">
              <a:off x="4157962" y="2540245"/>
              <a:ext cx="443072" cy="12840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C521599-69A1-F914-62BE-C02204E305E7}"/>
                </a:ext>
              </a:extLst>
            </p:cNvPr>
            <p:cNvSpPr/>
            <p:nvPr/>
          </p:nvSpPr>
          <p:spPr>
            <a:xfrm>
              <a:off x="3912531" y="4282895"/>
              <a:ext cx="170289" cy="68330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BC30626-2370-8BBE-FD67-4704FD70A2F8}"/>
                </a:ext>
              </a:extLst>
            </p:cNvPr>
            <p:cNvSpPr/>
            <p:nvPr/>
          </p:nvSpPr>
          <p:spPr>
            <a:xfrm>
              <a:off x="1375673" y="1684010"/>
              <a:ext cx="4296104" cy="329499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DDB2192-4CBF-9DC6-B4CC-B9EB97749BEF}"/>
              </a:ext>
            </a:extLst>
          </p:cNvPr>
          <p:cNvSpPr txBox="1"/>
          <p:nvPr/>
        </p:nvSpPr>
        <p:spPr>
          <a:xfrm>
            <a:off x="1750238" y="4959489"/>
            <a:ext cx="361424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/>
              <a:t>Figure: Hidden target due to high sidelobes.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0FE260-2474-CE52-C9F7-981FDB2A75CD}"/>
              </a:ext>
            </a:extLst>
          </p:cNvPr>
          <p:cNvSpPr txBox="1"/>
          <p:nvPr/>
        </p:nvSpPr>
        <p:spPr>
          <a:xfrm>
            <a:off x="7076548" y="4961072"/>
            <a:ext cx="395517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/>
              <a:t>Figure: Matched filter response (autocorrelation).</a:t>
            </a:r>
          </a:p>
        </p:txBody>
      </p:sp>
    </p:spTree>
    <p:extLst>
      <p:ext uri="{BB962C8B-B14F-4D97-AF65-F5344CB8AC3E}">
        <p14:creationId xmlns:p14="http://schemas.microsoft.com/office/powerpoint/2010/main" val="7414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Powers, William Francis</dc:creator>
  <cp:lastModifiedBy>Powers, William Francis</cp:lastModifiedBy>
  <cp:revision>3</cp:revision>
  <dcterms:created xsi:type="dcterms:W3CDTF">2025-10-28T15:06:47Z</dcterms:created>
  <dcterms:modified xsi:type="dcterms:W3CDTF">2025-10-28T15:32:07Z</dcterms:modified>
</cp:coreProperties>
</file>